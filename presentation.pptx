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1F3A5F"/>
                </a:solidFill>
              </a:rPr>
              <a:t>Anomalyy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333333"/>
                </a:solidFill>
              </a:rPr>
              <a:t>Multi-Method Detection and Semantic Classification
of Stock-Market Anomalies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333333"/>
                </a:solidFill>
              </a:rPr>
              <a:t>CS 210: Data Management for Data Science  •  Purabh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Markets generate massive daily data: prices, volumes, news, central-bank announcements.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A small number of anomalous trading days drive an outsized share of risk and return.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Detection alone is not enough; without context, a list of dates is not actionable.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Research question: can unsupervised ML identify anomalies AND can external context explain them?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Pipeline (6 Stages)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1.  Ingest: yfinance prices + GDELT BigQuery news sentiment.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2.  Clean: schema validation, tz strip, V2Tone normalization.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3.  Feature engineer: 40+ technical indicators per ticker.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4.  Detect: Z-Score + Isolation Forest + LOF, agreement scoring.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5.  Classify: 4-way precedence-based labeling.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6.  Persist + visualize: SQLite database + Plotly per-ticker charts.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Data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yfinance: 5 tickers (AAPL, MSFT, TSLA, AMZN, ^GSPC), 2015 to 2024, 12,570 daily rows.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GDELT 2.0 GKG via Google BigQuery: V2Tone sentiment + article counts (daily aggregates).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FOMC dates: 78 hardcoded Fed meetings (2015 to 2024).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Why GDELT BQ? NewsAPI free tier caps at 30 days; GDELT BQ covers full 10-year history.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247120" cy="2560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wrap="square" lIns="182880" rIns="182880" tIns="137160" bIns="137160">
            <a:spAutoFit/>
          </a:bodyPr>
          <a:lstStyle/>
          <a:p>
            <a:r>
              <a:rPr sz="1500">
                <a:solidFill>
                  <a:srgbClr val="E8E8E8"/>
                </a:solidFill>
                <a:latin typeface="Consolas"/>
              </a:rPr>
              <a:t># news_bq.py — daily aggregate query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SELECT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  DATE(_PARTITIONTIME) AS date,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  AVG(SAFE_CAST(SPLIT(V2Tone, ',')[OFFSET(0)] AS FLOAT64)) / 100.0 AS sentiment_compound,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  COUNT(*) AS article_count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FROM `gdelt-bq.gdeltv2.gkg_partitioned`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WHERE UPPER(V2Organizations) LIKE '%APPLE INC%'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GROUP BY 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Database Schema (4 Normalized Tables)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stocks (PK: symbol) — company metadata, stored once per ticker.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price_data (FK: symbol, UNIQUE: symbol+date) — daily OHLCV rows.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news_articles (FK: symbol, UNIQUE: url) — daily V2Tone aggregates + article_count.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anomalies (FK: symbol, UNIQUE: symbol+anomaly_date) — flags, agreement, label.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Indexes on (symbol, date) speed up the per-ticker date-range queries.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Feature Engineering — 40+ Indicators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Returns: daily, log, ratio-based.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Moving averages: SMA + EMA at 5, 10, 20, 50, 200-day windows.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Volatility: ATR, rolling std, Bollinger Bands, drawdown.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Momentum: RSI-14/28, MACD, MACD histogram.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Volume + statistical (OBV, VWAP, skew, kurtosis, Hurst) + candle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247120" cy="2560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wrap="square" lIns="182880" rIns="182880" tIns="137160" bIns="137160">
            <a:spAutoFit/>
          </a:bodyPr>
          <a:lstStyle/>
          <a:p>
            <a:r>
              <a:rPr sz="1500">
                <a:solidFill>
                  <a:srgbClr val="E8E8E8"/>
                </a:solidFill>
                <a:latin typeface="Consolas"/>
              </a:rPr>
              <a:t>from src.feature_engineering import FeatureEngineer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engineer = FeatureEngineer()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features = engineer.engineer_features(price_df)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# features.shape -&gt; (~2300, 50+)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Three Complementary Detectors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Z-Score (univariate, 3σ): catches extreme single-feature spikes.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Isolation Forest (multivariate, contamination=10%): isolates rare points by random splits.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Local Outlier Factor (density-based, n=20): detects locally rare points.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Each method targets a different kind of 'unusual' — consensus is more robust.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247120" cy="2560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wrap="square" lIns="182880" rIns="182880" tIns="137160" bIns="137160">
            <a:spAutoFit/>
          </a:bodyPr>
          <a:lstStyle/>
          <a:p>
            <a:r>
              <a:rPr sz="1500">
                <a:solidFill>
                  <a:srgbClr val="E8E8E8"/>
                </a:solidFill>
                <a:latin typeface="Consolas"/>
              </a:rPr>
              <a:t>detector = AnomalyDetector(contamination=0.1)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results = detector.detect_anomalies(features)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# columns added: z_score_anomaly, isolation_forest_anomaly,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#                lof_anomaly, agreement_score (0-3)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Agreement Scoring + 4-Way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agreement_score = sum of method flags (0 to 3).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Threshold ≥ 2 keeps consensus only: 1,573 days = ~12% of all trading days.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Precedence: macroeconomic_event → sector_contagion → vader_sentiment_spike → unexplained.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Sentiment rule uses per-ticker z-score, NOT absolute threshold (V2Tone clusters near 0).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247120" cy="2560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wrap="square" lIns="182880" rIns="182880" tIns="137160" bIns="137160">
            <a:spAutoFit/>
          </a:bodyPr>
          <a:lstStyle/>
          <a:p>
            <a:r>
              <a:rPr sz="1500">
                <a:solidFill>
                  <a:srgbClr val="E8E8E8"/>
                </a:solidFill>
                <a:latin typeface="Consolas"/>
              </a:rPr>
              <a:t># classify_anomaly_type — strict precedence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if abs(date - fomc_date).days &lt;= 2: return 'macroeconomic_event'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if date in contagion_dates: return 'sector_contagion'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if news_volume &gt;= 5 and abs(z) &gt;= 2.0: return 'vader_sentiment_spike'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return 'unexplained'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Pivots From the February Proposal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News source: NewsAPI (30-day cap) → GDELT DOC API (throttled) → GDELT BigQuery (full history).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Sentiment: VADER on headlines → GDELT V2Tone on full article bodies (VADER kept as fallback).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Classification: manual labeling → automatic precedence rules (1,573 anomalies = manual is impractical).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Categories: 'earnings' replaced with 'vader_sentiment_spike' (no earnings calendar in scope).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Results — 1,573 High-Confidence Anomalies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Ticker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macro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contagion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sentiment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unexplained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AAPL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80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MSFT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338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183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TSLA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83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AMZN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293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146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^GSPC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78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1573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284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841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439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Validation: 2× Lift Over Random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Precision-by-explanation = (284 + 841 + 9) / 1,573 = 72.1%.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Roughly 7 of 10 high-confidence anomalies map to a known event.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Random FOMC overlap baseline: 78 × 3 / 2,514 ≈ 9.3%.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Observed FOMC overlap: 18.1% — roughly 2× random — real signal, not chance.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pytest: 8/8 passing across feature engineering, detection, schema, classification.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No earnings calendar — likely accounts for most of the 28% unexplained bucket.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V2Tone is corpus-aggregated — single outlier articles get smoothed away.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contamination=0.1 fixed — directly determines anomaly-set size, no formal tuning.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5 tickers is small + tech-tilted — limits sector-level pattern testing.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Future: earnings calendar, per-article V2Tone, walk-forward baselines, GARCH, 50+ tickers.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Detection works: three-method consensus identifies ~12% of days, well above noise floor.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Explanation works: 72.1% of anomalies map to a specific known cause.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Combined output is actionable: 'Mar 16, 2020: sector_contagion' &gt;&gt; 'Mar 16, 2020: anomaly'.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E74C3C"/>
                </a:solidFill>
              </a:rPr>
              <a:t>•  </a:t>
            </a:r>
            <a:r>
              <a:rPr sz="2200">
                <a:solidFill>
                  <a:srgbClr val="333333"/>
                </a:solidFill>
              </a:rPr>
              <a:t>Source: github.com/Purabhh/Anomalyy   •  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